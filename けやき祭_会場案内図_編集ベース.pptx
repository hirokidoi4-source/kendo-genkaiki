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けやき祭 前庭会場案内図（編集用）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※各枠・テキスト・図形は自由に変更・複製・移動が可能です。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6459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【3-1】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店舗名：未定</a:t>
            </a:r>
            <a:br/>
            <a:r>
              <a:t>出し物：未定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6459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【3-2】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店舗名：未定</a:t>
            </a:r>
            <a:br/>
            <a:r>
              <a:t>出し物：未定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201168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【飲食スペース】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自由席テーブル</a:t>
            </a:r>
            <a:br/>
            <a:r>
              <a:t>配置変更自由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1645920" cy="914400"/>
          </a:xfrm>
          <a:prstGeom prst="roundRect">
            <a:avLst/>
          </a:prstGeom>
          <a:solidFill>
            <a:srgbClr val="FCA5A5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★ 入場口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受付・記入台前</a:t>
            </a:r>
            <a:br/>
            <a:r>
              <a:t>← 進入順路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